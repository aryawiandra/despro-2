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Bobot</c:v>
                </c:pt>
              </c:strCache>
            </c:strRef>
          </c:tx>
          <c:spPr>
            <a:solidFill>
              <a:srgbClr val="D9D9D9"/>
            </a:solidFill>
          </c:spPr>
          <c:cat>
            <c:strRef>
              <c:f>Sheet1!$A$2:$A$7</c:f>
              <c:strCache>
                <c:ptCount val="6"/>
                <c:pt idx="0">
                  <c:v>Dokumentasi</c:v>
                </c:pt>
                <c:pt idx="1">
                  <c:v>Pengujian</c:v>
                </c:pt>
                <c:pt idx="2">
                  <c:v>Integrasi</c:v>
                </c:pt>
                <c:pt idx="3">
                  <c:v>Software</c:v>
                </c:pt>
                <c:pt idx="4">
                  <c:v>Hardware</c:v>
                </c:pt>
                <c:pt idx="5">
                  <c:v>Perancangan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25</c:v>
                </c:pt>
                <c:pt idx="4">
                  <c:v>25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Progres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Sheet1!$A$2:$A$7</c:f>
              <c:strCache>
                <c:ptCount val="6"/>
                <c:pt idx="0">
                  <c:v>Dokumentasi</c:v>
                </c:pt>
                <c:pt idx="1">
                  <c:v>Pengujian</c:v>
                </c:pt>
                <c:pt idx="2">
                  <c:v>Integrasi</c:v>
                </c:pt>
                <c:pt idx="3">
                  <c:v>Software</c:v>
                </c:pt>
                <c:pt idx="4">
                  <c:v>Hardware</c:v>
                </c:pt>
                <c:pt idx="5">
                  <c:v>Perancangan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7</c:v>
                </c:pt>
                <c:pt idx="3">
                  <c:v>22</c:v>
                </c:pt>
                <c:pt idx="4">
                  <c:v>15</c:v>
                </c:pt>
                <c:pt idx="5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595959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progres Pekan 7 SAFE-EXIT. LED selesai disolder, kode prototipe penuh selesai, uji terbatas 5 jalur karena kabel PSU.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Target: solder LED (tercapai), kode prototipe + scaling (tercapai), uji penuh dengan PSU (belum).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Persentase progres adalah estimasi tim: bobot 20/25/25/15/10/5.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SAFE-EXIT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40280"/>
            <a:ext cx="1097280" cy="3175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Arial"/>
              </a:rPr>
              <a:t>Adaptive Fire-Evacuation Path Lighting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Laporan Kemajuan Pekan 7  |  5 – 10 Oktober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BB0"/>
                </a:solidFill>
                <a:latin typeface="Arial"/>
              </a:rPr>
              <a:t>Desain Proyek Grup Interdisiplin 21  |  Teknik Elektro, Universitas Indonesia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Uji 3 jalur berhasil; LED dan sensor tinggal ditempel pada maket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uji 5 jalur terkendala arus catu dan konektor power supply (PSU), sehingga uji disederhanakan ke 3 jalur.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jalur LED strip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selesai disolder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Arial"/>
              </a:rPr>
              <a:t>TERCAPAI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39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39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kode prototipe penuh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dan scaling 20 jalur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Arial"/>
              </a:rPr>
              <a:t>TERCAPAI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3 /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jalur uji berhasil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(18 LED, 3 sensor api)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Arial"/>
              </a:rPr>
              <a:t>BERHASIL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54864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2044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B2545"/>
                </a:solidFill>
                <a:latin typeface="Arial"/>
              </a:rPr>
              <a:t>Berikutnya: tempel di maket Gedung K; uji 20 jalur setelah konektor PSU diperbaiki.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Dijkstra dihitung di sender; receiver hanya menampilkan rute ke 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pengukuran paket ESP-NOW dilakukan pada uji PC, belum pada hardware penuh.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0B2545"/>
                </a:solidFill>
                <a:latin typeface="Arial"/>
              </a:rPr>
              <a:t>Sensor api</a:t>
            </a:r>
          </a:p>
          <a:p>
            <a:pPr algn="ctr"/>
            <a:r>
              <a:rPr sz="950" b="0">
                <a:solidFill>
                  <a:srgbClr val="0B2545"/>
                </a:solidFill>
                <a:latin typeface="Arial"/>
              </a:rPr>
              <a:t>(AO, ADC1)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21280" y="1371600"/>
            <a:ext cx="1737360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ESP32 Sender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Dijkstra 20 jalur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13504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5360" y="137160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0B2545"/>
                </a:solidFill>
                <a:latin typeface="Arial"/>
              </a:rPr>
              <a:t>ESP-NOW</a:t>
            </a:r>
          </a:p>
          <a:p>
            <a:pPr algn="ctr"/>
            <a:r>
              <a:rPr sz="950" b="0">
                <a:solidFill>
                  <a:srgbClr val="0B2545"/>
                </a:solidFill>
                <a:latin typeface="Arial"/>
              </a:rPr>
              <a:t>kirim saat berubah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577583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1371600"/>
            <a:ext cx="1737360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ESP32 Receiver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WS2812B per jalur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Prinsip kerja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889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Graf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9260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15 simpul / 20 jalur; jalur kena api dibuang, rute dihitung ulang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19272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429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Sensor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4290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Api bila ADC &lt; 1500, aman lagi bila &gt; 1800 (histeresis anti-kedip)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22191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Komunikasi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9319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ESP-NOW hemat: kirim 3x hanya saat ada perubahan; idle 2 menit = 0 paket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25112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Receiver menyajikan tiga status jalur lewat warna dan pola LED yang berbeda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kecerahan 60/255 agar beban tetap di bawah batas USB saat uji.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Tampilan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Pola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80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Arti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822960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99616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47088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1828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Hijau + kepala terang bergerak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rute tercepat menuju exit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77439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99616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47088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69747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Merah berkedip 400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terkena api (sensor atau simulasi)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7200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4672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2144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99616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47088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566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Mati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66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aman tetapi bukan rute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1480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Uji 3 jalur berhasil: 18 LED dan 3 sensor api; peta Dijkstra tetap 20 jalur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18 LED ≈ 0,24 A (perkiraan dari 0,45 A untuk 34 LED). Jalur lain disimulasikan lewat Serial.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25880"/>
          <a:ext cx="53949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05840"/>
                <a:gridCol w="640080"/>
                <a:gridCol w="146304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Jalur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Nama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 strip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 sensor (AO)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j2-j3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5 (D5)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#18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j4-e2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13 (D13)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33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#19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j6-e2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14 (D14)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34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217920" y="1325880"/>
            <a:ext cx="45720" cy="2011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Kenapa 3 jalur?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Uji 5 jalur terkendala: arus catu kurang kuat dan konektor power supply bermasalah.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595959"/>
                </a:solidFill>
                <a:latin typeface="Arial"/>
              </a:rPr>
              <a:t>3 jalur (18 LED) berhasil dari sensor hingga LED; tinggal ditempel di maket.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Sensor api memindai 760–1100 nm pada ±60°, dibaca ADC 12 bit dengan ambang 1500 / 1800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spesifikasi modul adalah tipikal datasheet (flame sensor LM393), bukan hasil ukur. Jarak deteksi aktual diukur di maket.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80160"/>
          <a:ext cx="8229600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852160"/>
              </a:tblGrid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Spesifikasi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Spektrum / sudut deteksi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±760–1100 nm (IR dekat) / ±60°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Jarak deteksi (tipikal)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±20 cm (api korek) hingga ±80 cm (api besar); diatur potensiometer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Rentang scan ADC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0–4095 (12 bit), atenuasi 11 dB ≈ 0–3,3 V; nilai turun saat ada api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Ambang deteksi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Api bila &lt; 1500 (≈1,21 V); aman lagi bila &gt; 1800 (≈1,45 V)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Periode scan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50 ms (20 Hz), rata-rata 8 sampel, konfirmasi 3 scan: deteksi ±150 ms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Pin AO (ADC1)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32, 33, 34 untuk jalur #3, #18, #19; VCC 3,3 V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B2545"/>
                          </a:solidFill>
                          <a:latin typeface="Arial"/>
                        </a:rPr>
                        <a:t>Jarak deteksi terukur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[isi hasil ukur di maket: … cm]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Kendala catu daya diatasi dengan uji 3 jalur; uji 20 jalur menunggu konektor PSU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deviasi = penyolderan terlambat ±1 pekan; kode sesuai jadwal; uji 20 jalur digeser ke Pekan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Kendala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801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Solusi / mitigasi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0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Arus catu 5 jalur kurang kuat; konektor PSU bermasalah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91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Uji disederhanakan ke 3 jalur (18 LED) dan berhasil; perbaiki / ganti konektor PSU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Sensor api fisik hanya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2316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lain disimulasikan lewat Serial pada peta penuh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Kode 20 jalur belum teruji beban penuh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1546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Uji bertahap 5 &gt; 10 &gt; 20; level shifter / 330 Ω bila LED berkedip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7639"/>
            <a:ext cx="82296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77639"/>
            <a:ext cx="54864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Deviasi: penyolderan terlambat ±1 pekan; kode sesuai jadwal; uji 20 jalur digeser ke Pekan 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Progres total 72% (naik dari 54% di Pekan 5); Pekan 8 fokus maket dan uji end-to-end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Sumber: estimasi tim; bobot 20/25/25/15/10/5 (dalam % dari total proyek).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280160"/>
          <a:ext cx="484632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0" y="12801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BB0"/>
                </a:solidFill>
                <a:latin typeface="Arial"/>
              </a:rPr>
              <a:t>progres total (Pekan 5: 54%)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423160"/>
            <a:ext cx="301752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Rencana Pekan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346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Tempel strip + sensor 3 jalur di maket Gedung K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Perbaiki konektor PSU, uji 20 jalur 5 V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Ukur jarak deteksi, kalibrasi sensor, ukur daya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Uji end-to-end, relay, DFPlayer, presentasi progres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
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Progress (% dari bobot)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Perancangan</c:v>
                  </c:pt>
                  <c:pt idx="1">
                    <c:v>Hardware</c:v>
                  </c:pt>
                  <c:pt idx="2">
                    <c:v>Software</c:v>
                  </c:pt>
                  <c:pt idx="3">
                    <c:v>Integrasi</c:v>
                  </c:pt>
                  <c:pt idx="4">
                    <c:v>Pengujian</c:v>
                  </c:pt>
                  <c:pt idx="5">
                    <c:v>Dokumentasi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15</c:v>
                </c:pt>
                <c:pt idx="2">
                  <c:v>22</c:v>
                </c:pt>
                <c:pt idx="3">
                  <c:v>7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Bobot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Perancangan</c:v>
                  </c:pt>
                  <c:pt idx="1">
                    <c:v>Hardware</c:v>
                  </c:pt>
                  <c:pt idx="2">
                    <c:v>Software</c:v>
                  </c:pt>
                  <c:pt idx="3">
                    <c:v>Integrasi</c:v>
                  </c:pt>
                  <c:pt idx="4">
                    <c:v>Pengujian</c:v>
                  </c:pt>
                  <c:pt idx="5">
                    <c:v>Dokumentasi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</c:v>
                </c:pt>
                <c:pt idx="1">
                  <c:v>25</c:v>
                </c:pt>
                <c:pt idx="2">
                  <c:v>25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progres Pekan 7 SAFE-EXIT. LED selesai disolder, kode prototipe penuh selesai, uji terbatas 5 jalur karena kabel PSU.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Target: solder LED (tercapai), kode prototipe + scaling (tercapai), uji penuh dengan PSU (belum).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Persentase progres adalah estimasi tim: bobot 20/25/25/15/10/5.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6309360" y="822960"/>
            <a:ext cx="3108960" cy="3108960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led0"/>
          <p:cNvSpPr/>
          <p:nvPr/>
        </p:nvSpPr>
        <p:spPr>
          <a:xfrm>
            <a:off x="5669280" y="4160520"/>
            <a:ext cx="502920" cy="12801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led1"/>
          <p:cNvSpPr/>
          <p:nvPr/>
        </p:nvSpPr>
        <p:spPr>
          <a:xfrm>
            <a:off x="6309360" y="4160520"/>
            <a:ext cx="502920" cy="12801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led2"/>
          <p:cNvSpPr/>
          <p:nvPr/>
        </p:nvSpPr>
        <p:spPr>
          <a:xfrm>
            <a:off x="6949440" y="4160520"/>
            <a:ext cx="502920" cy="12801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led3"/>
          <p:cNvSpPr/>
          <p:nvPr/>
        </p:nvSpPr>
        <p:spPr>
          <a:xfrm>
            <a:off x="7589520" y="4160520"/>
            <a:ext cx="502920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led4"/>
          <p:cNvSpPr/>
          <p:nvPr/>
        </p:nvSpPr>
        <p:spPr>
          <a:xfrm>
            <a:off x="8229600" y="4160520"/>
            <a:ext cx="502920" cy="12801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188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</a:rPr>
              <a:t>SAFE-EXIT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Adaptive Fire-Evacuation Path Lighting System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Laporan Kemajuan Pekan 7  |  5 – 10 Oktober 2026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Desain Proyek Grup Interdisiplin 21  |  Teknik Elektro UI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Ringkasan Pekan 7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Hardware LED dan software prototipe selesai; pengujian terbatas kabel PSU</a:t>
            </a:r>
            <a:endParaRPr lang="en-US" sz="1300" dirty="0"/>
          </a:p>
        </p:txBody>
      </p:sp>
      <p:sp>
        <p:nvSpPr>
          <p:cNvPr id="4" name="stat0"/>
          <p:cNvSpPr/>
          <p:nvPr/>
        </p:nvSpPr>
        <p:spPr>
          <a:xfrm>
            <a:off x="457200" y="13716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621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</a:rPr>
              <a:t>20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jalur LED strip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selesai disolder</a:t>
            </a:r>
            <a:endParaRPr lang="en-US" sz="1400" dirty="0"/>
          </a:p>
        </p:txBody>
      </p:sp>
      <p:sp>
        <p:nvSpPr>
          <p:cNvPr id="7" name="stat1"/>
          <p:cNvSpPr/>
          <p:nvPr/>
        </p:nvSpPr>
        <p:spPr>
          <a:xfrm>
            <a:off x="3291840" y="13716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621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508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</a:rPr>
              <a:t>100%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377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kode prototipe penuh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dan scaling 20 jalur</a:t>
            </a:r>
            <a:endParaRPr lang="en-US" sz="1400" dirty="0"/>
          </a:p>
        </p:txBody>
      </p:sp>
      <p:sp>
        <p:nvSpPr>
          <p:cNvPr id="10" name="stat2"/>
          <p:cNvSpPr/>
          <p:nvPr/>
        </p:nvSpPr>
        <p:spPr>
          <a:xfrm>
            <a:off x="6126480" y="13716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621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508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5 / 20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377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jalur teruji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(kabel PSU bermasalah)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Target 2 dari 3 tercapai.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Integrasi 20 jalur dengan power supply 5 V tertunda; dikejar awal Pekan 8.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Arsitektur sistem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Dijkstra jalan di sender; receiver hanya menampilkan rute</a:t>
            </a:r>
            <a:endParaRPr lang="en-US" sz="1300" dirty="0"/>
          </a:p>
        </p:txBody>
      </p:sp>
      <p:sp>
        <p:nvSpPr>
          <p:cNvPr id="4" name="blk0"/>
          <p:cNvSpPr/>
          <p:nvPr/>
        </p:nvSpPr>
        <p:spPr>
          <a:xfrm>
            <a:off x="365760" y="1463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621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4630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Sensor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(AO, ADC1)</a:t>
            </a:r>
            <a:endParaRPr lang="en-US" sz="1400" dirty="0"/>
          </a:p>
        </p:txBody>
      </p:sp>
      <p:sp>
        <p:nvSpPr>
          <p:cNvPr id="6" name="arr0"/>
          <p:cNvSpPr/>
          <p:nvPr/>
        </p:nvSpPr>
        <p:spPr>
          <a:xfrm>
            <a:off x="2313432" y="1920240"/>
            <a:ext cx="201168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blk1"/>
          <p:cNvSpPr/>
          <p:nvPr/>
        </p:nvSpPr>
        <p:spPr>
          <a:xfrm>
            <a:off x="2514600" y="1463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621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4630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ESP32 Sender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Dijkstra 20 jalur</a:t>
            </a:r>
            <a:endParaRPr lang="en-US" sz="1400" dirty="0"/>
          </a:p>
        </p:txBody>
      </p:sp>
      <p:sp>
        <p:nvSpPr>
          <p:cNvPr id="9" name="arr1"/>
          <p:cNvSpPr/>
          <p:nvPr/>
        </p:nvSpPr>
        <p:spPr>
          <a:xfrm>
            <a:off x="4462272" y="1920240"/>
            <a:ext cx="201168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blk2"/>
          <p:cNvSpPr/>
          <p:nvPr/>
        </p:nvSpPr>
        <p:spPr>
          <a:xfrm>
            <a:off x="4663440" y="1463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621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4630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ESP-NOW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kirim saat berubah</a:t>
            </a:r>
            <a:endParaRPr lang="en-US" sz="1400" dirty="0"/>
          </a:p>
        </p:txBody>
      </p:sp>
      <p:sp>
        <p:nvSpPr>
          <p:cNvPr id="12" name="arr2"/>
          <p:cNvSpPr/>
          <p:nvPr/>
        </p:nvSpPr>
        <p:spPr>
          <a:xfrm>
            <a:off x="6611112" y="1920240"/>
            <a:ext cx="201168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blk3"/>
          <p:cNvSpPr/>
          <p:nvPr/>
        </p:nvSpPr>
        <p:spPr>
          <a:xfrm>
            <a:off x="6812280" y="1463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621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4630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ESP32 Receiver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WS2812B per jalur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Graf 15 simpul / 20 jalur; jalur kena api dibuang, rute dihitung ulang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Sensor: api bila ADC &lt; 1500, aman lagi bila &gt; 1800 (histeresis anti-kedip)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ESP-NOW hemat: kirim 3x hanya saat ada perubahan; idle 2 menit = 0 paket (uji PC)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Tampilan LED di receiver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Satu strip per jalur, satu pin data per jalur</a:t>
            </a:r>
            <a:endParaRPr lang="en-US" sz="1300" dirty="0"/>
          </a:p>
        </p:txBody>
      </p:sp>
      <p:sp>
        <p:nvSpPr>
          <p:cNvPr id="4" name="row0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621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dot00"/>
          <p:cNvSpPr/>
          <p:nvPr/>
        </p:nvSpPr>
        <p:spPr>
          <a:xfrm>
            <a:off x="640080" y="1627632"/>
            <a:ext cx="219456" cy="219456"/>
          </a:xfrm>
          <a:prstGeom prst="ellipse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dot01"/>
          <p:cNvSpPr/>
          <p:nvPr/>
        </p:nvSpPr>
        <p:spPr>
          <a:xfrm>
            <a:off x="932688" y="1627632"/>
            <a:ext cx="219456" cy="219456"/>
          </a:xfrm>
          <a:prstGeom prst="ellipse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dot02"/>
          <p:cNvSpPr/>
          <p:nvPr/>
        </p:nvSpPr>
        <p:spPr>
          <a:xfrm>
            <a:off x="1225296" y="1627632"/>
            <a:ext cx="219456" cy="219456"/>
          </a:xfrm>
          <a:prstGeom prst="ellipse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dot03"/>
          <p:cNvSpPr/>
          <p:nvPr/>
        </p:nvSpPr>
        <p:spPr>
          <a:xfrm>
            <a:off x="1517904" y="1627632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dot04"/>
          <p:cNvSpPr/>
          <p:nvPr/>
        </p:nvSpPr>
        <p:spPr>
          <a:xfrm>
            <a:off x="1810512" y="1627632"/>
            <a:ext cx="219456" cy="219456"/>
          </a:xfrm>
          <a:prstGeom prst="ellipse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13716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Hijau + kepala terang bergerak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371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Jalur rute tercepat menuju exit</a:t>
            </a:r>
            <a:endParaRPr lang="en-US" sz="1300" dirty="0"/>
          </a:p>
        </p:txBody>
      </p:sp>
      <p:sp>
        <p:nvSpPr>
          <p:cNvPr id="12" name="row1"/>
          <p:cNvSpPr/>
          <p:nvPr/>
        </p:nvSpPr>
        <p:spPr>
          <a:xfrm>
            <a:off x="457200" y="22860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6213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dot10"/>
          <p:cNvSpPr/>
          <p:nvPr/>
        </p:nvSpPr>
        <p:spPr>
          <a:xfrm>
            <a:off x="640080" y="2542032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dot11"/>
          <p:cNvSpPr/>
          <p:nvPr/>
        </p:nvSpPr>
        <p:spPr>
          <a:xfrm>
            <a:off x="932688" y="2542032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dot12"/>
          <p:cNvSpPr/>
          <p:nvPr/>
        </p:nvSpPr>
        <p:spPr>
          <a:xfrm>
            <a:off x="1225296" y="2542032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dot13"/>
          <p:cNvSpPr/>
          <p:nvPr/>
        </p:nvSpPr>
        <p:spPr>
          <a:xfrm>
            <a:off x="1517904" y="2542032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dot14"/>
          <p:cNvSpPr/>
          <p:nvPr/>
        </p:nvSpPr>
        <p:spPr>
          <a:xfrm>
            <a:off x="1810512" y="2542032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Merah berkedip 400 ms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286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Jalur terkena api (sensor atau simulasi)</a:t>
            </a:r>
            <a:endParaRPr lang="en-US" sz="1300" dirty="0"/>
          </a:p>
        </p:txBody>
      </p:sp>
      <p:sp>
        <p:nvSpPr>
          <p:cNvPr id="20" name="row2"/>
          <p:cNvSpPr/>
          <p:nvPr/>
        </p:nvSpPr>
        <p:spPr>
          <a:xfrm>
            <a:off x="457200" y="3200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6213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dot20"/>
          <p:cNvSpPr/>
          <p:nvPr/>
        </p:nvSpPr>
        <p:spPr>
          <a:xfrm>
            <a:off x="640080" y="3456432"/>
            <a:ext cx="219456" cy="219456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dot21"/>
          <p:cNvSpPr/>
          <p:nvPr/>
        </p:nvSpPr>
        <p:spPr>
          <a:xfrm>
            <a:off x="932688" y="3456432"/>
            <a:ext cx="219456" cy="219456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dot22"/>
          <p:cNvSpPr/>
          <p:nvPr/>
        </p:nvSpPr>
        <p:spPr>
          <a:xfrm>
            <a:off x="1225296" y="3456432"/>
            <a:ext cx="219456" cy="219456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dot23"/>
          <p:cNvSpPr/>
          <p:nvPr/>
        </p:nvSpPr>
        <p:spPr>
          <a:xfrm>
            <a:off x="1517904" y="3456432"/>
            <a:ext cx="219456" cy="219456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dot24"/>
          <p:cNvSpPr/>
          <p:nvPr/>
        </p:nvSpPr>
        <p:spPr>
          <a:xfrm>
            <a:off x="1810512" y="3456432"/>
            <a:ext cx="219456" cy="219456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86000" y="3200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Jalur aman tetapi bukan rute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Kecerahan 60/255 agar beban tetap di bawah batas USB saat uji.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Uji 5 jalur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Peta Dijkstra tetap 20 jalur; strip dan sensor fisik hanya 5</a:t>
            </a:r>
            <a:endParaRPr lang="en-US" sz="1300" dirty="0"/>
          </a:p>
        </p:txBody>
      </p:sp>
      <p:graphicFrame>
        <p:nvGraphicFramePr>
          <p:cNvPr id="6" name="tabel5jalu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731520"/>
                <a:gridCol w="128016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Jalur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Nama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LED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Pin strip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Pin sensor (AO)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#3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j2-j3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#11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j7-j9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33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#15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j10-j12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13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34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#18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j4-e2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14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#19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j6-e2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36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5" name="psu"/>
          <p:cNvSpPr/>
          <p:nvPr/>
        </p:nvSpPr>
        <p:spPr>
          <a:xfrm>
            <a:off x="6217920" y="1325880"/>
            <a:ext cx="2468880" cy="2304288"/>
          </a:xfrm>
          <a:prstGeom prst="roundRect">
            <a:avLst>
              <a:gd name="adj" fmla="val 3175"/>
            </a:avLst>
          </a:prstGeom>
          <a:solidFill>
            <a:srgbClr val="1621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55080" y="14173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Kenapa 5 jalur?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Kabel PSU belum bisa dipakai, jadi power supply 5 V tidak bisa dipakai. 34 LED cukup dari USB laptop (perkiraan ±0,45 A).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Jalur lain disimulasikan lewat Serial: block j6-j7, clear, reset.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Kendala, solusi, dan deviasi</a:t>
            </a:r>
            <a:endParaRPr lang="en-US" sz="2600" dirty="0"/>
          </a:p>
        </p:txBody>
      </p:sp>
      <p:sp>
        <p:nvSpPr>
          <p:cNvPr id="3" name="k0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6213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Kabel PSU tidak bisa dipakai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0972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Uji dialihkan ke 5 jalur via USB; perbaiki / ganti kabel PSU</a:t>
            </a:r>
            <a:endParaRPr lang="en-US" sz="1300" dirty="0"/>
          </a:p>
        </p:txBody>
      </p:sp>
      <p:sp>
        <p:nvSpPr>
          <p:cNvPr id="6" name="k1"/>
          <p:cNvSpPr/>
          <p:nvPr/>
        </p:nvSpPr>
        <p:spPr>
          <a:xfrm>
            <a:off x="457200" y="2057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621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574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Sensor api fisik hanya 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0574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Jalur lain disimulasikan lewat Serial pada peta penuh</a:t>
            </a:r>
            <a:endParaRPr lang="en-US" sz="1300" dirty="0"/>
          </a:p>
        </p:txBody>
      </p:sp>
      <p:sp>
        <p:nvSpPr>
          <p:cNvPr id="9" name="k2"/>
          <p:cNvSpPr/>
          <p:nvPr/>
        </p:nvSpPr>
        <p:spPr>
          <a:xfrm>
            <a:off x="457200" y="30175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621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Kode 20 jalur belum teruji beban penuh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30175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Uji bertahap 5 &gt; 10 &gt; 20; level shifter / 330 Ω bila LED berkedip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Deviasi: penyolderan terlambat ±1 pekan; kode sesuai jadwal; uji penuh digeser ke Pekan 8.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Progress dan rencana Pekan 8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94960" y="1005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</a:rPr>
              <a:t>72%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39496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progress total (Pekan 5: 54%)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22860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Ganti / perbaiki kabel PSU, uji 20 jalur 5 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Pasang strip + sensor di maket Gedung 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Kalibrasi sensor, ukur daya, uji end-to-end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Relay, DFPlayer, presentasi progres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-EXIT">
  <a:themeElements>
    <a:clrScheme name="SAFE-EXIT">
      <a:dk1>
        <a:srgbClr val="0B1220"/>
      </a:dk1>
      <a:lt1>
        <a:srgbClr val="FFFFFF"/>
      </a:lt1>
      <a:dk2>
        <a:srgbClr val="16213A"/>
      </a:dk2>
      <a:lt2>
        <a:srgbClr val="E8EDF5"/>
      </a:lt2>
      <a:accent1>
        <a:srgbClr val="22C55E"/>
      </a:accent1>
      <a:accent2>
        <a:srgbClr val="EF4444"/>
      </a:accent2>
      <a:accent3>
        <a:srgbClr val="F59E0B"/>
      </a:accent3>
      <a:accent4>
        <a:srgbClr val="38BDF8"/>
      </a:accent4>
      <a:accent5>
        <a:srgbClr val="94A3B8"/>
      </a:accent5>
      <a:accent6>
        <a:srgbClr val="A78BFA"/>
      </a:accent6>
      <a:hlink>
        <a:srgbClr val="38BDF8"/>
      </a:hlink>
      <a:folHlink>
        <a:srgbClr val="94A3B8"/>
      </a:folHlink>
    </a:clrScheme>
    <a:fontScheme name="SAFE-EXI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SAFE-EXIT Pekan 7 - Kelompok 21</dc:title>
  <dc:subject>PptxGenJS Presentation</dc:subject>
  <dc:creator>Kelompok 21</dc:creator>
  <cp:lastModifiedBy>Kelompok 21</cp:lastModifiedBy>
  <cp:revision>1</cp:revision>
  <dcterms:created xsi:type="dcterms:W3CDTF">2026-10-10T10:24:18Z</dcterms:created>
  <dcterms:modified xsi:type="dcterms:W3CDTF">2026-10-10T10:24:18Z</dcterms:modified>
</cp:coreProperties>
</file>